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F66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743200" cy="2743200"/>
          </a:xfrm>
          <a:prstGeom prst="ellipse">
            <a:avLst/>
          </a:prstGeom>
          <a:solidFill>
            <a:srgbClr val="E8792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2377440" cy="2377440"/>
          </a:xfrm>
          <a:prstGeom prst="ellipse">
            <a:avLst/>
          </a:prstGeom>
          <a:solidFill>
            <a:srgbClr val="2F669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 PRODUCT  ·  PROJECT 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CarryKart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Shipment.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FC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logistics orchestration platform — discover, compare, book, pack, and track personal shipments in a single app.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CarryKart Strategic Overview  +  New growth analysis for the student market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7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PRODUCT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Compare, Book, Track — All in One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CarryKart is not a courier company — it owns no trucks. It's the discovery and orchestration layer that lets a user compare transport providers (DTDC, India Post, Porter, Blue Dart, regional players) side by side, add packaging material or professional packing at checkout, and follow the shipment door-to-door — replacing a fragmented, multi-app hunt with one guided flow.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1239012" y="3520440"/>
            <a:ext cx="585216" cy="585216"/>
          </a:xfrm>
          <a:prstGeom prst="ellipse">
            <a:avLst/>
          </a:prstGeom>
          <a:solidFill>
            <a:srgbClr val="143C64"/>
          </a:solidFill>
          <a:ln/>
        </p:spPr>
      </p:sp>
      <p:sp>
        <p:nvSpPr>
          <p:cNvPr id="7" name="Text 5"/>
          <p:cNvSpPr/>
          <p:nvPr/>
        </p:nvSpPr>
        <p:spPr>
          <a:xfrm>
            <a:off x="1239012" y="3520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Shipment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32888" y="41833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70632" y="324612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3461004" y="3520440"/>
            <a:ext cx="585216" cy="585216"/>
          </a:xfrm>
          <a:prstGeom prst="ellipse">
            <a:avLst/>
          </a:prstGeom>
          <a:solidFill>
            <a:srgbClr val="143C64"/>
          </a:solidFill>
          <a:ln/>
        </p:spPr>
      </p:sp>
      <p:sp>
        <p:nvSpPr>
          <p:cNvPr id="12" name="Text 10"/>
          <p:cNvSpPr/>
          <p:nvPr/>
        </p:nvSpPr>
        <p:spPr>
          <a:xfrm>
            <a:off x="3461004" y="3520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62072" y="4297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Providers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Pricing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41833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92624" y="324612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E8792D"/>
          </a:solidFill>
          <a:ln/>
        </p:spPr>
      </p:sp>
      <p:sp>
        <p:nvSpPr>
          <p:cNvPr id="16" name="Shape 14"/>
          <p:cNvSpPr/>
          <p:nvPr/>
        </p:nvSpPr>
        <p:spPr>
          <a:xfrm>
            <a:off x="5682996" y="35204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682996" y="3520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9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84064" y="4297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+ Add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Packaging/Packing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76872" y="41833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14616" y="324612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4988" y="3520440"/>
            <a:ext cx="585216" cy="585216"/>
          </a:xfrm>
          <a:prstGeom prst="ellipse">
            <a:avLst/>
          </a:prstGeom>
          <a:solidFill>
            <a:srgbClr val="143C64"/>
          </a:solidFill>
          <a:ln/>
        </p:spPr>
      </p:sp>
      <p:sp>
        <p:nvSpPr>
          <p:cNvPr id="22" name="Text 20"/>
          <p:cNvSpPr/>
          <p:nvPr/>
        </p:nvSpPr>
        <p:spPr>
          <a:xfrm>
            <a:off x="7904988" y="3520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06056" y="4297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98864" y="418338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36608" y="324612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26980" y="3520440"/>
            <a:ext cx="585216" cy="585216"/>
          </a:xfrm>
          <a:prstGeom prst="ellipse">
            <a:avLst/>
          </a:prstGeom>
          <a:solidFill>
            <a:srgbClr val="143C64"/>
          </a:solidFill>
          <a:ln/>
        </p:spPr>
      </p:sp>
      <p:sp>
        <p:nvSpPr>
          <p:cNvPr id="27" name="Text 25"/>
          <p:cNvSpPr/>
          <p:nvPr/>
        </p:nvSpPr>
        <p:spPr>
          <a:xfrm>
            <a:off x="10126980" y="3520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528048" y="429768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CarryKart — Favorite Product Deep-Dive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7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BUSINESS OBJECTIVE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Transactions Through Marketplace Liquidity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3C6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 Goods Deliveries per Active User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89520" y="18288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conversion of active users into completed shipments and drives repeat usage.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31363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372160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Growth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4160520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user acquisition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retention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repeat bookings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referrals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34256" y="28803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0288" y="31363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0288" y="372160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Growth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90288" y="4160520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transport providers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packaging vendors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packing partners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geographic coverage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28803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375904" y="31363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690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5904" y="3721608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75904" y="4160520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commissions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&amp; packing commissions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listings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services &amp; subscriptions (future)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CarryKart — Favorite Product Deep-Dive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7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USERS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User Types, One Standout Segment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E8792D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9164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16352" y="169164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69164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84064" y="169164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3792" y="169164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Households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51776" y="169164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1504" y="169164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19488" y="1691640"/>
            <a:ext cx="2084832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9216" y="169164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Segment: College Students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and most logistics-intensive segment in personal relocation — and today, the most underserved by existing courier and moving apps.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361688"/>
            <a:ext cx="384048" cy="384048"/>
          </a:xfrm>
          <a:prstGeom prst="ellipse">
            <a:avLst/>
          </a:prstGeom>
          <a:solidFill>
            <a:srgbClr val="143C64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48463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Relocation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5276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move-in/out, internships, and semester breaks create recurring shipment need.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83280" y="41605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3584448" y="4361688"/>
            <a:ext cx="384048" cy="384048"/>
          </a:xfrm>
          <a:prstGeom prst="ellipse">
            <a:avLst/>
          </a:prstGeom>
          <a:solidFill>
            <a:srgbClr val="143C64"/>
          </a:solidFill>
          <a:ln/>
        </p:spPr>
      </p:sp>
      <p:sp>
        <p:nvSpPr>
          <p:cNvPr id="23" name="Text 21"/>
          <p:cNvSpPr/>
          <p:nvPr/>
        </p:nvSpPr>
        <p:spPr>
          <a:xfrm>
            <a:off x="358444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84448" y="48463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Conscious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84448" y="5276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transparency and comparison matter more than brand loyalty.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41605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419088" y="4361688"/>
            <a:ext cx="384048" cy="384048"/>
          </a:xfrm>
          <a:prstGeom prst="ellipse">
            <a:avLst/>
          </a:prstGeom>
          <a:solidFill>
            <a:srgbClr val="143C64"/>
          </a:solidFill>
          <a:ln/>
        </p:spPr>
      </p:sp>
      <p:sp>
        <p:nvSpPr>
          <p:cNvPr id="28" name="Text 26"/>
          <p:cNvSpPr/>
          <p:nvPr/>
        </p:nvSpPr>
        <p:spPr>
          <a:xfrm>
            <a:off x="641908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8463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Logistics Demand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19088" y="5276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electronics, luggage, and festival parcels move constantly.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52560" y="41605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3F4F6"/>
          </a:solidFill>
          <a:ln/>
        </p:spPr>
      </p:sp>
      <p:sp>
        <p:nvSpPr>
          <p:cNvPr id="32" name="Shape 30"/>
          <p:cNvSpPr/>
          <p:nvPr/>
        </p:nvSpPr>
        <p:spPr>
          <a:xfrm>
            <a:off x="9253728" y="4361688"/>
            <a:ext cx="384048" cy="384048"/>
          </a:xfrm>
          <a:prstGeom prst="ellipse">
            <a:avLst/>
          </a:prstGeom>
          <a:solidFill>
            <a:srgbClr val="143C64"/>
          </a:solidFill>
          <a:ln/>
        </p:spPr>
      </p:sp>
      <p:sp>
        <p:nvSpPr>
          <p:cNvPr id="33" name="Text 31"/>
          <p:cNvSpPr/>
          <p:nvPr/>
        </p:nvSpPr>
        <p:spPr>
          <a:xfrm>
            <a:off x="925372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53728" y="48463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Transport Resources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53728" y="5276088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own a vehicle; fully dependent on third-party pickup &amp; delivery.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CarryKart — Favorite Product Deep-Dive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7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PROBLEM -&gt;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Fragmented Chaos to One Seamless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9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110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compare providers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price &amp; rating comparison across DTDC, India Post, Porter, Blue Dart, and regional carriers — quoted side by side before booking.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19672" y="19476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92D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91109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packaging on hand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587752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packaging marketplace (boxes, bubble wrap, tape) added in the same checkout as the shipment.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325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92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8853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shipment visibility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965192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end-to-end tracking, from doorstep pickup through in-transit to delivery.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0690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3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9672" y="4325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92D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28853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or failed deliveries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4965192"/>
            <a:ext cx="4928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sender &amp; receiver notifications plus a built-in rescheduling flow instead of a stalled shipment.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CarryKart — Favorite Product Deep-Dive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7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COMPETITION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CarryKart Sits in the Market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931920"/>
        </p:xfrm>
        <a:graphic>
          <a:graphicData uri="http://schemas.openxmlformats.org/drawingml/2006/table">
            <a:tbl>
              <a:tblPr/>
              <a:tblGrid>
                <a:gridCol w="3200400"/>
                <a:gridCol w="2624328"/>
                <a:gridCol w="2624328"/>
                <a:gridCol w="2615184"/>
              </a:tblGrid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CarryKart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Aggregators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Asset-Heavy Legacy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C6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3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B2C Personal Relocation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E-commerce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Post/Parcels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3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Transport 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3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Comparison 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3C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Packaging Marketplace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CarryKart is not a courier company. It aggregates providers like DTDC, India Post, Porter, and Blue Dart the way Zomato aggregates restaurants.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CarryKart — Favorite Product Deep-Dive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79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GROWTH PLAN — NEW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Semester Calendar Into a Growth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143C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Cr+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Indian higher education (AISHE, 2023–24)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77640" y="1645920"/>
            <a:ext cx="7635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move-in and move-out happens on a fixed academic calendar — a predictable, hyper-local demand spike twice a year that most logistics apps never plan around.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3282696"/>
            <a:ext cx="420624" cy="420624"/>
          </a:xfrm>
          <a:prstGeom prst="ellipse">
            <a:avLst/>
          </a:prstGeom>
          <a:solidFill>
            <a:srgbClr val="E8792D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282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35024" y="32461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Batch-Move Partnerships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" y="3813048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up with hostel wardens &amp; PG owners for fixed move-out weeks; batching pickups lowers per-user cost and locks in provider supply during peak demand.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63640" y="306324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01384" y="3282696"/>
            <a:ext cx="420624" cy="420624"/>
          </a:xfrm>
          <a:prstGeom prst="ellipse">
            <a:avLst/>
          </a:prstGeom>
          <a:solidFill>
            <a:srgbClr val="E8792D"/>
          </a:solidFill>
          <a:ln/>
        </p:spPr>
      </p:sp>
      <p:sp>
        <p:nvSpPr>
          <p:cNvPr id="15" name="Text 13"/>
          <p:cNvSpPr/>
          <p:nvPr/>
        </p:nvSpPr>
        <p:spPr>
          <a:xfrm>
            <a:off x="6501384" y="3282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50024" y="32461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CarryKart Student Pass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01384" y="3813048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College-email verified plan: zero packaging markup + discounted commission on the first 2 shipments each semester, funded by higher repeat-booking lifetime value.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" y="5202936"/>
            <a:ext cx="420624" cy="420624"/>
          </a:xfrm>
          <a:prstGeom prst="ellipse">
            <a:avLst/>
          </a:prstGeom>
          <a:solidFill>
            <a:srgbClr val="E8792D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" y="5202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35024" y="5166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Roommate Split &amp; Referral Loop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86384" y="5733288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one shipment's cost across roommates in-app and reward both sides of a referral — hostels are dense social graphs, ideal for peer-to-peer virality.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263640" y="498348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3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501384" y="5202936"/>
            <a:ext cx="420624" cy="420624"/>
          </a:xfrm>
          <a:prstGeom prst="ellipse">
            <a:avLst/>
          </a:prstGeom>
          <a:solidFill>
            <a:srgbClr val="E8792D"/>
          </a:solidFill>
          <a:ln/>
        </p:spPr>
      </p:sp>
      <p:sp>
        <p:nvSpPr>
          <p:cNvPr id="25" name="Text 23"/>
          <p:cNvSpPr/>
          <p:nvPr/>
        </p:nvSpPr>
        <p:spPr>
          <a:xfrm>
            <a:off x="6501384" y="5202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0024" y="516636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Semester-Break Micro-Storage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01384" y="5733288"/>
            <a:ext cx="4965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storage vendors so students going home can store instead of ship, then re-book delivery next term — turning one lost transaction into two.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CarryKart — Favorite Product Deep-Dive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371600"/>
            <a:ext cx="3291840" cy="3291840"/>
          </a:xfrm>
          <a:prstGeom prst="ellipse">
            <a:avLst/>
          </a:prstGeom>
          <a:solidFill>
            <a:srgbClr val="2F66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2560320" cy="2560320"/>
          </a:xfrm>
          <a:prstGeom prst="ellipse">
            <a:avLst/>
          </a:prstGeom>
          <a:solidFill>
            <a:srgbClr val="E8792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SUMMARY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CarryKart Wins the Student Segment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bundles provider comparison, packaging, and live tracking — no competitor offers all three today.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 are India's largest, most underserved, highest-frequency relocation segment (4.5 crore+ enrolled, AISHE 2023–24).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academic calendar is a built-in, predictable growth lever — batch moves, a Student Pass, and referral loops turn it into recurring revenue.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9875520" cy="0"/>
          </a:xfrm>
          <a:prstGeom prst="line">
            <a:avLst/>
          </a:prstGeom>
          <a:noFill/>
          <a:ln w="12700">
            <a:solidFill>
              <a:srgbClr val="2F66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92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Every Shipment. Every Semester.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6400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Project 7 — Favorite Product Deck  |  Source: CarryKart Strategic Overview + new student-growth analysis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2026-07-29T13:34:33Z</dcterms:created>
  <dcterms:modified xsi:type="dcterms:W3CDTF">2026-07-29T13:34:33Z</dcterms:modified>
</cp:coreProperties>
</file>